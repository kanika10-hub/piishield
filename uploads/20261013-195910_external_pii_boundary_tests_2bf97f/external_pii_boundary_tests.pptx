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test: Casey Example | casey@example.com | EMP-00044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External PII Test — Body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TC01 Contact: Jordan Example</a:t>
            </a:r>
          </a:p>
          <a:p>
            <a:pPr>
              <a:defRPr sz="2000"/>
            </a:pPr>
            <a:r>
              <a:t>TC02 Email: jordan.example@example.com</a:t>
            </a:r>
          </a:p>
          <a:p>
            <a:pPr>
              <a:defRPr sz="2000"/>
            </a:pPr>
            <a:r>
              <a:t>TC03 Employee ID: EMP-00042</a:t>
            </a:r>
          </a:p>
          <a:p>
            <a:pPr>
              <a:defRPr sz="2000"/>
            </a:pPr>
            <a:r>
              <a:t>TC04 Phone: +1 202-555-0147</a:t>
            </a:r>
          </a:p>
          <a:p>
            <a:pPr>
              <a:defRPr sz="2000"/>
            </a:pPr>
            <a:r>
              <a:t>TC05 Documentation IP: 192.0.2.15</a:t>
            </a:r>
          </a:p>
          <a:p>
            <a:pPr>
              <a:defRPr sz="2000"/>
            </a:pPr>
            <a:r>
              <a:t>TC06 Date: 2026-10-13 (not a phone number)</a:t>
            </a:r>
          </a:p>
          <a:p>
            <a:pPr>
              <a:defRPr sz="2000"/>
            </a:pPr>
            <a:r>
              <a:t>TC16 Negative: The quarterly review is complete.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Boundary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PII is stored inside table cells; pass table header context.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Identifier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TC07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Avery Morgan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avery.morgan@example.org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EMP-00041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TC09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TEST-ID-AB-123456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TC10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Riley Q. 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riley.q@example.net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EMP0007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OCR / Notes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The image below contains PII-like text as pixels.</a:t>
            </a:r>
          </a:p>
          <a:p>
            <a:pPr>
              <a:defRPr sz="2000"/>
            </a:pPr>
            <a:r>
              <a:t>Validate speaker notes and hidden content if supported.</a:t>
            </a:r>
          </a:p>
        </p:txBody>
      </p:sp>
      <p:pic>
        <p:nvPicPr>
          <p:cNvPr id="4" name="Picture 3" descr="ocr_test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9601200" cy="21820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